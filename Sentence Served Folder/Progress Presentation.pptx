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D51-F2B5-999C-2E69-25C422D9F4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9A57A6-D04C-CF77-AC4A-FA3808A788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B3B65-C7DE-9DE2-AEB9-763B4AAA4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50A0A-E061-F1F9-E6E9-1485C5DC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0CC48-5F68-DF67-5F98-2AA5E055E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079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F6FD-2B7A-BA5D-7000-603BCCD19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22525-F831-7851-5B72-8723F2BF0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17008-12EE-2BEF-06DF-735D41A8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724B-364F-A0A8-741B-543FF82F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A4BBE-2A0C-9003-C7FF-B9424BEC2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988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12CAE-5284-B012-4FEB-ABEEF0C07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8D7B5-E059-D620-C8C0-E79DA22B6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75932-16FC-481D-9F4C-4E220148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165C-C8C3-9A16-CB48-A450A7AB2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C47FE-39CE-1EAA-0E14-597681272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435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F4A89-447B-6810-7C67-2A71CC20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D5664-7E66-A974-8314-FEE04FB4A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8E1D9-47AD-20BC-74BF-A4958CCE7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135D49-621F-9874-1DE7-6656CC5F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D20E4-5512-F351-78D8-D8855DBBF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46C44-CA2E-1F2A-54AF-3FED70B3C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0926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C80B-AC53-FC3C-48C2-5926D4CE7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2BB1F-903B-4DF7-B00B-48F0584C8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2F187-C74D-DB04-175F-9FC23EB58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521FCC-E440-F26C-280B-69BA11846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6CFC58-598F-D556-432B-90A4BED8E3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8D2948-39C1-3EF5-FEDE-31D2EEE03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25EBE7-CDA9-4E76-F942-9C8AACB8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2A377A-C085-DD98-60D3-DB2B21319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402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08067-C796-C120-50EF-4FA86D277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96348B-8A86-168D-14D6-7392C424D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BD185-DB61-6633-3BEE-20C64E6B6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4DDA26-74DA-B192-7698-C31530999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052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FFCCF-05FD-3B96-1AA9-7C139E144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451FDF-9E77-B1FF-A393-EFAA2E2E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F0294-DF58-4153-26A4-06F7F771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8151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81B9-1E92-7DF0-2F89-90E05216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EC992-5C2B-E234-6CD5-AB524AD89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B5093-E1F5-7B7A-BAC7-76EF460551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B3BB37-41D1-72EB-8FFA-942A4CBBA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5B933C-C914-FC3E-E681-A90E86619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B1A4D-2996-674D-449C-D9551F011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2135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C57B3-A9A3-5DC6-D05F-46A0DF2BD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8BE40F-A6D9-59F3-17EB-F39FBE3794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076F0F-0BE6-A394-7384-4584FFD4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4D8367-38EF-C40F-25D5-66AC78FA6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82FDED-67F6-6C3A-9FE3-53AC2503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FA5EF-31A3-2E87-5439-ABE99DA7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66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88A9-0F37-18F4-7006-6A9E32821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ECD3E2-4CE5-7017-1F83-8E25D96D0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BB8B3-8CFD-972E-F91C-0022AB24B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0842F-5779-8259-033A-990F5B2FA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0201-FDCE-3985-13C1-FB6EECC45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03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35CC90-B891-39B5-D110-4CBD18694F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02569E-B962-92A0-1B0E-5EC905AA1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9925AF-209B-5FFF-3E89-4149E4459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F4B85-41EE-64E6-A4B3-7331E019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9E80A6-63CB-8740-3DB4-DD273D757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080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03DC4-E155-4CBE-6DB4-1FE930BED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4E41A-A54B-B322-2B27-6B565FE32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22A79D-6781-A3A7-BAD7-713A6ED295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482761-87ED-40ED-82C7-C634271D58B5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6CB98-6329-9907-D377-D42751296A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218DB-5572-8B22-9934-36FE8A784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FEC47-AC62-4214-96E8-BF9A1D20F4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4357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FD34-03E4-D2AF-B321-FEAB2EFD39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Progress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5E3E38-40D0-13F9-DF4C-996A408619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Paul Shields</a:t>
            </a:r>
          </a:p>
        </p:txBody>
      </p:sp>
    </p:spTree>
    <p:extLst>
      <p:ext uri="{BB962C8B-B14F-4D97-AF65-F5344CB8AC3E}">
        <p14:creationId xmlns:p14="http://schemas.microsoft.com/office/powerpoint/2010/main" val="726243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4C5AC-8BD9-152E-562A-99EE78BE6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my game and what has changed?</a:t>
            </a:r>
          </a:p>
        </p:txBody>
      </p:sp>
    </p:spTree>
    <p:extLst>
      <p:ext uri="{BB962C8B-B14F-4D97-AF65-F5344CB8AC3E}">
        <p14:creationId xmlns:p14="http://schemas.microsoft.com/office/powerpoint/2010/main" val="1802180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711FC-274D-D446-92AB-3622CC800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Progress</a:t>
            </a:r>
          </a:p>
        </p:txBody>
      </p:sp>
    </p:spTree>
    <p:extLst>
      <p:ext uri="{BB962C8B-B14F-4D97-AF65-F5344CB8AC3E}">
        <p14:creationId xmlns:p14="http://schemas.microsoft.com/office/powerpoint/2010/main" val="3021685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0994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7446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F5DDA-33B4-F93F-1B30-9E0FD04C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reflection</a:t>
            </a:r>
          </a:p>
        </p:txBody>
      </p:sp>
    </p:spTree>
    <p:extLst>
      <p:ext uri="{BB962C8B-B14F-4D97-AF65-F5344CB8AC3E}">
        <p14:creationId xmlns:p14="http://schemas.microsoft.com/office/powerpoint/2010/main" val="110005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280DB-8B2A-12FB-EC2A-34A50E29A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forward planning</a:t>
            </a:r>
          </a:p>
        </p:txBody>
      </p:sp>
    </p:spTree>
    <p:extLst>
      <p:ext uri="{BB962C8B-B14F-4D97-AF65-F5344CB8AC3E}">
        <p14:creationId xmlns:p14="http://schemas.microsoft.com/office/powerpoint/2010/main" val="2073747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0514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6730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9608B-D279-8CA2-17F4-CCFFD278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2051658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7977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434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21</Words>
  <Application>Microsoft Office PowerPoint</Application>
  <PresentationFormat>Widescreen</PresentationFormat>
  <Paragraphs>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Progress Presentation</vt:lpstr>
      <vt:lpstr>What is my game and what has changed?</vt:lpstr>
      <vt:lpstr>Development Progress</vt:lpstr>
      <vt:lpstr>PowerPoint Presentation</vt:lpstr>
      <vt:lpstr>PowerPoint Presentation</vt:lpstr>
      <vt:lpstr>Development reflection</vt:lpstr>
      <vt:lpstr>Development forward planning</vt:lpstr>
      <vt:lpstr>PowerPoint Presentation</vt:lpstr>
      <vt:lpstr>PowerPoint Presentation</vt:lpstr>
      <vt:lpstr>Research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Shields</dc:creator>
  <cp:lastModifiedBy>Paul Shields</cp:lastModifiedBy>
  <cp:revision>1</cp:revision>
  <dcterms:created xsi:type="dcterms:W3CDTF">2026-03-03T08:47:12Z</dcterms:created>
  <dcterms:modified xsi:type="dcterms:W3CDTF">2026-03-03T09:18:41Z</dcterms:modified>
</cp:coreProperties>
</file>